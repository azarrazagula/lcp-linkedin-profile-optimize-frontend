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E5FA8">
              <a:alpha val="70000"/>
            </a:srgbClr>
          </a:solidFill>
          <a:ln w="12700">
            <a:solidFill>
              <a:srgbClr val="1E5FA8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Profile Optimizer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| Gemini API + React + Node.js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தெரியாதவங்களுக்கு — form fill பண்ணா profile ready!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Project  •  MERN Stack  •  Portfolio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E8F4FD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profile எப்படி create பண்றதுன்னு தெரியாத users நிறைய பேர் இருக்காங்க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எந்த section-ல என்ன போடணும்னு confuse ஆகுறாங்க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E8F4FD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718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incomplete ஆ இருந்தா recruiters கண்ணில பட மாட்டாங்க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8404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Headline, About section எழுதவே தெரியாம போகுது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LinkedIn Profile Optimizer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E8F4FD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Form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form-ல details fill பண்ணா போதும்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21762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profile-ல எங்க போகுதுன்னு real-time காட்டும்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E8F4FD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optimized Headline, About, Skills generate பண்ணும்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1546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Guide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36393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எந்த section-ல paste பண்றதுன்னு guide காட்டும்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React.js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TailwindCSS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3113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Axios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4300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70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57276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90195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Express.js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23113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.env security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8036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07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31012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6393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Engineering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96849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Response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8803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88036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907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31012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Netlify (Frontend)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6393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Render (Backend)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6849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+ TailwindCSS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components/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Form.jsx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Preview.jsx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Result.jsx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pages/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Home.jsx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App.jsx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023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.env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Form.jsx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details input 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2176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Preview.jsx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4505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LinkedIn profile preview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7980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Result.jsx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0723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generated output + copy buttons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4198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Home.jsx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36941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page — form + preview side by side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40416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4315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&amp; layout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Node.js + Express.js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routes/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optimize.js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.env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package.json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Flow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572768"/>
            <a:ext cx="347472" cy="347472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572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15727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/api/optimize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231136"/>
            <a:ext cx="347472" cy="347472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231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22311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receive பண்றது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889504"/>
            <a:ext cx="347472" cy="347472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89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28895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API-கு prompt அனுப்புது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547872"/>
            <a:ext cx="347472" cy="347472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547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3547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parse பண்றது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4206240"/>
            <a:ext cx="347472" cy="347472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206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4206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return பண்றது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— AI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எப்படி work ஆகுது: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Details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6459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0" y="155448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6459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49040" y="155448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16459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0" y="155448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16459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23760" y="155448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Result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 பண்றது: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E8F4FD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88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2788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Developer | Ex-Sales | Building Products That Convert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520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Section: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91640" y="35204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 with 6 years sales experience. I build web applications that don't just work — they convert...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0624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0FDF4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519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91640" y="42519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Node.js, MongoDB, Express.js, JavaScript, Git, TailwindCSS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— Live Preview Feature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Panel (Left)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184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30552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60904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791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191256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095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21608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398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Preview (Right)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536192"/>
            <a:ext cx="402336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73736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Azar Ibrahim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423160"/>
            <a:ext cx="4023360" cy="292608"/>
          </a:xfrm>
          <a:prstGeom prst="roundRect">
            <a:avLst>
              <a:gd name="adj" fmla="val 12500"/>
            </a:avLst>
          </a:prstGeom>
          <a:solidFill>
            <a:srgbClr val="E8F4FD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4414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Developer | Ex-Sales | ...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788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063240"/>
            <a:ext cx="4023360" cy="41148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6350">
            <a:solidFill>
              <a:srgbClr val="1E5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081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 with sales background...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547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8404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840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38404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3840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60920" y="384048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3840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AFAFA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070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+ LinkedIn preview காட்டுது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AFAFA"/>
          </a:solidFill>
          <a:ln w="19050">
            <a:solidFill>
              <a:srgbClr val="1E5FA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188720"/>
            <a:ext cx="457200" cy="45720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12070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Details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71907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Role, Skills, About type பண்றாங்க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AFAF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1887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12070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71907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side-ல LinkedIn profile update ஆகுது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AFAFA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1272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Click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63931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call ஆகுது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AFAFA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310896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31272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Result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63931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Headline, About, Skills வருது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0175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AFAFA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310896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31272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&amp; Paste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63931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LinkedIn-ல directly paste பண்றாங்க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AFAFA"/>
          </a:solidFill>
          <a:ln w="19050">
            <a:solidFill>
              <a:srgbClr val="00C7B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0C7B7"/>
          </a:solidFill>
          <a:ln w="12700">
            <a:solidFill>
              <a:srgbClr val="00C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app deploy பண்றோம்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hosting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 deploy from GitHub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AFAFA"/>
          </a:solidFill>
          <a:ln w="19050">
            <a:solidFill>
              <a:srgbClr val="46E3B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46E3B7"/>
          </a:solidFill>
          <a:ln w="12700">
            <a:solidFill>
              <a:srgbClr val="46E3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1554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E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965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server deploy பண்றோம்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tier available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971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 deploy from GitHub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AFAFA"/>
          </a:solidFill>
          <a:ln w="19050">
            <a:solidFill>
              <a:srgbClr val="1E5FA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1887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1554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965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push பண்றோம்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 control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2971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Portfolio-ல show பண்ணலாம்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621792"/>
          </a:xfrm>
          <a:prstGeom prst="roundRect">
            <a:avLst>
              <a:gd name="adj" fmla="val 11765"/>
            </a:avLst>
          </a:prstGeom>
          <a:solidFill>
            <a:srgbClr val="1E5FA8">
              <a:alpha val="4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LinkedIn beginners-கிட்ட easy-ஆ use பண்ண முடியும்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8046720" cy="621792"/>
          </a:xfrm>
          <a:prstGeom prst="roundRect">
            <a:avLst>
              <a:gd name="adj" fmla="val 11765"/>
            </a:avLst>
          </a:prstGeom>
          <a:solidFill>
            <a:srgbClr val="1E5FA8">
              <a:alpha val="4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9280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 fill பண்ணா LinkedIn profile 95% ready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96896"/>
            <a:ext cx="8046720" cy="621792"/>
          </a:xfrm>
          <a:prstGeom prst="roundRect">
            <a:avLst>
              <a:gd name="adj" fmla="val 11765"/>
            </a:avLst>
          </a:prstGeom>
          <a:solidFill>
            <a:srgbClr val="1E5FA8">
              <a:alpha val="4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42616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preview — எங்க போகுதுன்னு real-time காட்டும்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46704"/>
            <a:ext cx="8046720" cy="621792"/>
          </a:xfrm>
          <a:prstGeom prst="roundRect">
            <a:avLst>
              <a:gd name="adj" fmla="val 11765"/>
            </a:avLst>
          </a:prstGeom>
          <a:solidFill>
            <a:srgbClr val="1E5FA8">
              <a:alpha val="4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92424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Gemini AI — Headline, About, Skills optimize பண்ணும்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96512"/>
            <a:ext cx="8046720" cy="621792"/>
          </a:xfrm>
          <a:prstGeom prst="roundRect">
            <a:avLst>
              <a:gd name="adj" fmla="val 11765"/>
            </a:avLst>
          </a:prstGeom>
          <a:solidFill>
            <a:srgbClr val="1E5FA8">
              <a:alpha val="4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14223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MERN Stack + Gemini API — strong portfolio project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Azar Ibrahim  •  MERN Stack Developer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LinkedIn Profile Optimizer</dc:title>
  <dc:subject>PptxGenJS Presentation</dc:subject>
  <dc:creator>PptxGenJS</dc:creator>
  <cp:lastModifiedBy>PptxGenJS</cp:lastModifiedBy>
  <cp:revision>1</cp:revision>
  <dcterms:created xsi:type="dcterms:W3CDTF">2026-07-04T07:08:08Z</dcterms:created>
  <dcterms:modified xsi:type="dcterms:W3CDTF">2026-07-04T07:08:08Z</dcterms:modified>
</cp:coreProperties>
</file>